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7225-143D-6E5C-D5DD-585EB4C6A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3C513-FAF8-7B35-85EE-F5CB3EF4E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E2C93-461E-49A1-47ED-3691B5F3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D20DD-F5B0-5ABF-75D6-807D71BB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73A07-B07D-28BE-D413-6841D9FC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3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87D7-849D-07EB-BEA7-46A152D2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A7DF-D63F-70AC-DF1F-4E2C2FD77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E25E-B5FE-648D-C683-1DD1F2842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E041-5E05-A55F-8113-00966DAE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CB5DD-865D-5880-B2EA-4A58BE7A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0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E934-DAB8-9949-F545-66200C8C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8AB36-6E4A-F0B5-3857-0E9CC0AF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8535B-B9A7-89EA-0EBF-46DAA147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6FF85-82CC-971B-1B32-ED482444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03F90-9B81-4DB5-E217-E9BCD8A3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0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E50D-0763-E91F-1377-040D2E69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B77F2-6810-2474-474A-2D3DC67B6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7BE6C-5C52-11CA-85FB-B560C8BBC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D22C6-4441-0123-13C8-827D4601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B5834-F839-2F15-3794-720334AB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7F7F6-E5D3-986B-C224-3800CB9C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5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6603-3AC8-4703-2A39-B68F0A40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E2C53-EB4B-B833-5368-DA73F776F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36FFE-1AD3-722A-BD72-6C39571F1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AEB5B-B1AB-9525-E3AD-F1A0CAE91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9976C-A247-5030-5E3A-0414CCFA7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B6C69-BC29-F1B6-2E77-BED45F5E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67CE3-3023-436E-055F-BFB2377A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7E875-C8B2-5333-C297-5C2FC26C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6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4DA6-6B37-7B3E-C545-C9B90061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AF22A-FF29-3558-E1AC-FC9C88AC1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40B5B-18ED-7A9C-7028-4954BCB1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7F9FA-891F-2D74-5DC1-90AE38EB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02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59F64-299C-2C9B-563D-69AB6E50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DBED7-F667-E23E-8846-2B3DE20A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BBC6C-73BF-0D4D-AA63-A75BA697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D7FBD-F076-0435-0057-3E3FD564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560A5-D855-5084-8CAB-B55A6FBDA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03984-5294-D232-FA85-B3DFD89C2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89A00-1B77-75E2-4396-99A772D5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243AA-BF22-CF4A-7A74-02E13ED3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D3949-D0B7-C898-0C79-7F42FD57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5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647C-1668-DD67-525E-6B79EB97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1055FC-477A-2AF9-9427-65131570C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A670B-173B-D857-0DA0-28A6FD2DD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00954-AC99-F93E-D144-9B9EF682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BBD5E-DF93-9B3C-77CF-1A225DC48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78228-35E4-37E7-13B2-A83E6C78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5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84E2-0862-8CE5-0CE6-A89B152D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95C74-ABCB-59E3-67DF-70389CDAA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4B39A-3F58-9339-80D6-471251B9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5EB48-7250-93DE-905B-AF2D8513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FBB5-D82E-CFCF-7321-D4EF1052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0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EF113-1835-E281-7848-7D652985F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326A7-9410-FF68-7443-B1B0216EE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B2A87-6980-289A-FCAC-9B47F5C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6F402-FE9E-D4F3-D645-F4C848F7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A4178-4399-42F3-D0B1-D86B79FE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6A265-EC86-0172-33B5-E1B85F34A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3F72-9721-0E93-9EB6-D6ABFB471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20D67-A920-AC47-DCAC-D1D6C119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B358F-433B-4A1C-B746-601D0C9954F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0EBC3-08BB-1477-BEC8-2ABD5CB00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CE738-1707-6DA8-992B-CC82D6F2B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E1410-674D-4B96-8DAA-E31C99E6C5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D214407-2FE6-D16C-2360-065424166DDD}"/>
              </a:ext>
            </a:extLst>
          </p:cNvPr>
          <p:cNvGrpSpPr/>
          <p:nvPr/>
        </p:nvGrpSpPr>
        <p:grpSpPr>
          <a:xfrm>
            <a:off x="88490" y="1085713"/>
            <a:ext cx="2517635" cy="4326492"/>
            <a:chOff x="498640" y="243655"/>
            <a:chExt cx="2319974" cy="3743883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A086554-377B-3638-1054-0C0BB276BF43}"/>
                </a:ext>
              </a:extLst>
            </p:cNvPr>
            <p:cNvSpPr/>
            <p:nvPr/>
          </p:nvSpPr>
          <p:spPr>
            <a:xfrm>
              <a:off x="498640" y="243655"/>
              <a:ext cx="2319974" cy="37438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589208A-344F-6DB2-A65E-E214460305E0}"/>
                </a:ext>
              </a:extLst>
            </p:cNvPr>
            <p:cNvSpPr/>
            <p:nvPr/>
          </p:nvSpPr>
          <p:spPr>
            <a:xfrm>
              <a:off x="650449" y="443060"/>
              <a:ext cx="2063374" cy="2177019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23DDB2-D754-087A-D288-6DC9D6DF5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24862" y="1566352"/>
              <a:ext cx="888693" cy="88869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063B19B-4391-A68E-E757-8F0ED9106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968" y="1566352"/>
              <a:ext cx="888693" cy="8886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413AAF-8860-D5F1-D2CB-14E1EA0D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687968" y="561479"/>
              <a:ext cx="888693" cy="88869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27C257-BDE2-F269-03C4-562BDD441B5E}"/>
                </a:ext>
              </a:extLst>
            </p:cNvPr>
            <p:cNvSpPr txBox="1"/>
            <p:nvPr/>
          </p:nvSpPr>
          <p:spPr>
            <a:xfrm>
              <a:off x="622897" y="2701652"/>
              <a:ext cx="211847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Rollouts</a:t>
              </a:r>
            </a:p>
            <a:p>
              <a:r>
                <a:rPr lang="en-US" sz="2400" dirty="0"/>
                <a:t>generated by</a:t>
              </a:r>
            </a:p>
            <a:p>
              <a:r>
                <a:rPr lang="en-US" sz="2400" dirty="0"/>
                <a:t>World Model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7A0381-C4AF-A582-83D0-ECEABA0C8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24862" y="561479"/>
              <a:ext cx="888693" cy="888693"/>
            </a:xfrm>
            <a:prstGeom prst="rect">
              <a:avLst/>
            </a:prstGeom>
          </p:spPr>
        </p:pic>
      </p:grpSp>
      <p:sp>
        <p:nvSpPr>
          <p:cNvPr id="149" name="Arrow: Right 148">
            <a:extLst>
              <a:ext uri="{FF2B5EF4-FFF2-40B4-BE49-F238E27FC236}">
                <a16:creationId xmlns:a16="http://schemas.microsoft.com/office/drawing/2014/main" id="{086FC79D-4CB1-0769-F5AC-F46A2615E27B}"/>
              </a:ext>
            </a:extLst>
          </p:cNvPr>
          <p:cNvSpPr/>
          <p:nvPr/>
        </p:nvSpPr>
        <p:spPr>
          <a:xfrm>
            <a:off x="2770868" y="2928854"/>
            <a:ext cx="907672" cy="64020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33D83C61-1035-B5B0-DEE1-236A51314044}"/>
              </a:ext>
            </a:extLst>
          </p:cNvPr>
          <p:cNvSpPr/>
          <p:nvPr/>
        </p:nvSpPr>
        <p:spPr>
          <a:xfrm>
            <a:off x="8447734" y="2003109"/>
            <a:ext cx="3636111" cy="12478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Low-Consistency Videos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3F60EE3-97EC-2E81-6D80-3D785A98C5AC}"/>
              </a:ext>
            </a:extLst>
          </p:cNvPr>
          <p:cNvSpPr/>
          <p:nvPr/>
        </p:nvSpPr>
        <p:spPr>
          <a:xfrm>
            <a:off x="8447734" y="3631306"/>
            <a:ext cx="3636111" cy="12478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High-Consistency Videos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AF793B38-EDCC-693F-FA9C-3FC3AF8BC2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411" y="73743"/>
            <a:ext cx="1716751" cy="1828148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6EED4956-666B-8049-DE95-59AEA7FD97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161" y="73742"/>
            <a:ext cx="1716750" cy="1828147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10F25071-40D7-A101-8A70-D96E491879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410" y="4959700"/>
            <a:ext cx="1713380" cy="1824558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B39B0D69-55FE-5D80-DC3E-C13CF01E98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789" y="4959700"/>
            <a:ext cx="1713380" cy="1824558"/>
          </a:xfrm>
          <a:prstGeom prst="rect">
            <a:avLst/>
          </a:prstGeom>
        </p:spPr>
      </p:pic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C9FCF40-724A-A7BE-AA06-598BA7F10AB8}"/>
              </a:ext>
            </a:extLst>
          </p:cNvPr>
          <p:cNvGrpSpPr/>
          <p:nvPr/>
        </p:nvGrpSpPr>
        <p:grpSpPr>
          <a:xfrm>
            <a:off x="3819777" y="1229752"/>
            <a:ext cx="3414306" cy="4038412"/>
            <a:chOff x="3735594" y="1040484"/>
            <a:chExt cx="3146247" cy="3494596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7E02A18E-B55B-E978-62D2-AD06282A72D5}"/>
                </a:ext>
              </a:extLst>
            </p:cNvPr>
            <p:cNvGrpSpPr/>
            <p:nvPr/>
          </p:nvGrpSpPr>
          <p:grpSpPr>
            <a:xfrm>
              <a:off x="3735594" y="1040484"/>
              <a:ext cx="3146246" cy="2614697"/>
              <a:chOff x="3988692" y="647631"/>
              <a:chExt cx="3146246" cy="2614697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45BC8D4-84A0-474D-4720-40F9C220AEE3}"/>
                  </a:ext>
                </a:extLst>
              </p:cNvPr>
              <p:cNvSpPr/>
              <p:nvPr/>
            </p:nvSpPr>
            <p:spPr>
              <a:xfrm>
                <a:off x="3988692" y="647631"/>
                <a:ext cx="3146246" cy="261469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Filter</a:t>
                </a:r>
              </a:p>
              <a:p>
                <a:pPr algn="ctr"/>
                <a:endParaRPr lang="en-US" sz="3200" dirty="0"/>
              </a:p>
              <a:p>
                <a:pPr algn="ctr"/>
                <a:endParaRPr lang="en-US" sz="4800" dirty="0"/>
              </a:p>
              <a:p>
                <a:pPr algn="ctr"/>
                <a:endParaRPr lang="en-US" sz="4800" dirty="0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2B612A2-84B7-5DAC-0436-C84DE379096F}"/>
                  </a:ext>
                </a:extLst>
              </p:cNvPr>
              <p:cNvSpPr/>
              <p:nvPr/>
            </p:nvSpPr>
            <p:spPr>
              <a:xfrm>
                <a:off x="4163088" y="1388242"/>
                <a:ext cx="2803149" cy="7515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DROID-SLAM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2087176-5A11-8083-573B-D516DEC41ADF}"/>
                  </a:ext>
                </a:extLst>
              </p:cNvPr>
              <p:cNvSpPr/>
              <p:nvPr/>
            </p:nvSpPr>
            <p:spPr>
              <a:xfrm>
                <a:off x="4163088" y="2276935"/>
                <a:ext cx="2803149" cy="7515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SEA-RAFT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5079A296-8740-8059-0BCB-CC9752F367D4}"/>
                    </a:ext>
                  </a:extLst>
                </p:cNvPr>
                <p:cNvSpPr txBox="1"/>
                <p:nvPr/>
              </p:nvSpPr>
              <p:spPr>
                <a:xfrm>
                  <a:off x="3735595" y="3745825"/>
                  <a:ext cx="3146246" cy="7892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acc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5079A296-8740-8059-0BCB-CC9752F36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5595" y="3745825"/>
                  <a:ext cx="3146246" cy="789255"/>
                </a:xfrm>
                <a:prstGeom prst="rect">
                  <a:avLst/>
                </a:prstGeom>
                <a:blipFill>
                  <a:blip r:embed="rId9"/>
                  <a:stretch>
                    <a:fillRect t="-6923" r="-263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3" name="Arrow: Right 182">
            <a:extLst>
              <a:ext uri="{FF2B5EF4-FFF2-40B4-BE49-F238E27FC236}">
                <a16:creationId xmlns:a16="http://schemas.microsoft.com/office/drawing/2014/main" id="{FDA41A09-14BF-3389-E814-0F1CCB3EF0FD}"/>
              </a:ext>
            </a:extLst>
          </p:cNvPr>
          <p:cNvSpPr/>
          <p:nvPr/>
        </p:nvSpPr>
        <p:spPr>
          <a:xfrm rot="19715454">
            <a:off x="7423336" y="2365236"/>
            <a:ext cx="907672" cy="64020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Arrow: Right 183">
            <a:extLst>
              <a:ext uri="{FF2B5EF4-FFF2-40B4-BE49-F238E27FC236}">
                <a16:creationId xmlns:a16="http://schemas.microsoft.com/office/drawing/2014/main" id="{4A04CFC4-7542-3B05-B183-660159FB21A7}"/>
              </a:ext>
            </a:extLst>
          </p:cNvPr>
          <p:cNvSpPr/>
          <p:nvPr/>
        </p:nvSpPr>
        <p:spPr>
          <a:xfrm rot="2166877">
            <a:off x="7423149" y="3340941"/>
            <a:ext cx="907672" cy="64020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4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F0FAE6-5C60-328C-2CDA-12DA5ADB523F}"/>
              </a:ext>
            </a:extLst>
          </p:cNvPr>
          <p:cNvSpPr/>
          <p:nvPr/>
        </p:nvSpPr>
        <p:spPr>
          <a:xfrm>
            <a:off x="78659" y="3865877"/>
            <a:ext cx="2366079" cy="21022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DROID-SLAM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23DF5B-AE53-A27E-4974-11F75B34C072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261699" y="2631141"/>
            <a:ext cx="0" cy="1234736"/>
          </a:xfrm>
          <a:prstGeom prst="straightConnector1">
            <a:avLst/>
          </a:prstGeom>
          <a:ln w="381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B85D3A-F960-7E90-89CA-8EFF35F36FBA}"/>
              </a:ext>
            </a:extLst>
          </p:cNvPr>
          <p:cNvSpPr/>
          <p:nvPr/>
        </p:nvSpPr>
        <p:spPr>
          <a:xfrm>
            <a:off x="78658" y="108155"/>
            <a:ext cx="11975689" cy="2522986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850DF-B1FD-8EF9-54E9-741D8DD9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33" y="297277"/>
            <a:ext cx="1620818" cy="1569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66D56-FCD3-9617-50C5-0A77C3DA3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51" y="297277"/>
            <a:ext cx="1620818" cy="1569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E10AA8-C0E9-06AC-61F8-C2A5DB09A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012" y="297277"/>
            <a:ext cx="1620818" cy="1569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3F612-F6AC-6B3C-C053-E46993224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30" y="297277"/>
            <a:ext cx="1620818" cy="15699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89220-7987-E617-6CD4-39A8E185DA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648" y="297277"/>
            <a:ext cx="1620818" cy="15699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642BB2-EA41-A85E-CFCF-92B8BEAE13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466" y="297277"/>
            <a:ext cx="1620818" cy="15699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4BBA5C-FA2F-C4DE-0730-3CBF05C874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641" y="297277"/>
            <a:ext cx="1620816" cy="156993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AD95F91-9559-BC69-88D1-31DBB7B25EBB}"/>
              </a:ext>
            </a:extLst>
          </p:cNvPr>
          <p:cNvSpPr/>
          <p:nvPr/>
        </p:nvSpPr>
        <p:spPr>
          <a:xfrm>
            <a:off x="6809648" y="297277"/>
            <a:ext cx="1617175" cy="1569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EC503E-2F90-668F-22E5-5F948D55EAD3}"/>
              </a:ext>
            </a:extLst>
          </p:cNvPr>
          <p:cNvSpPr txBox="1"/>
          <p:nvPr/>
        </p:nvSpPr>
        <p:spPr>
          <a:xfrm>
            <a:off x="351933" y="1997882"/>
            <a:ext cx="11316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Frames from a single rollout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727358-6B56-72BE-A8B5-77131E6900C9}"/>
              </a:ext>
            </a:extLst>
          </p:cNvPr>
          <p:cNvSpPr/>
          <p:nvPr/>
        </p:nvSpPr>
        <p:spPr>
          <a:xfrm>
            <a:off x="6809648" y="297277"/>
            <a:ext cx="626690" cy="68537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C22308-F937-D499-1E3C-72260342A880}"/>
              </a:ext>
            </a:extLst>
          </p:cNvPr>
          <p:cNvGrpSpPr/>
          <p:nvPr/>
        </p:nvGrpSpPr>
        <p:grpSpPr>
          <a:xfrm>
            <a:off x="7967201" y="2820263"/>
            <a:ext cx="3994834" cy="3869414"/>
            <a:chOff x="7740865" y="2510482"/>
            <a:chExt cx="3628846" cy="36288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579ACD1-21B7-9067-B1D6-00162F74A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0866" y="2510482"/>
              <a:ext cx="3628845" cy="3628845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BA02F3-C987-21DB-5167-52BAA5EC93C9}"/>
                </a:ext>
              </a:extLst>
            </p:cNvPr>
            <p:cNvSpPr/>
            <p:nvPr/>
          </p:nvSpPr>
          <p:spPr>
            <a:xfrm>
              <a:off x="7740865" y="2510482"/>
              <a:ext cx="846949" cy="15077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D64EAC-D7E7-EEC4-0B3D-0834F4F85321}"/>
              </a:ext>
            </a:extLst>
          </p:cNvPr>
          <p:cNvCxnSpPr>
            <a:cxnSpLocks/>
          </p:cNvCxnSpPr>
          <p:nvPr/>
        </p:nvCxnSpPr>
        <p:spPr>
          <a:xfrm>
            <a:off x="2444738" y="4950121"/>
            <a:ext cx="5522465" cy="0"/>
          </a:xfrm>
          <a:prstGeom prst="straightConnector1">
            <a:avLst/>
          </a:prstGeom>
          <a:ln w="381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93E537-8349-AD58-109D-62FD354BD0B7}"/>
                  </a:ext>
                </a:extLst>
              </p:cNvPr>
              <p:cNvSpPr txBox="1"/>
              <p:nvPr/>
            </p:nvSpPr>
            <p:spPr>
              <a:xfrm>
                <a:off x="2880237" y="4226860"/>
                <a:ext cx="4651466" cy="904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93E537-8349-AD58-109D-62FD354B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7" y="4226860"/>
                <a:ext cx="4651466" cy="9044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7D450A-60BB-F25C-A601-527789398399}"/>
                  </a:ext>
                </a:extLst>
              </p:cNvPr>
              <p:cNvSpPr txBox="1"/>
              <p:nvPr/>
            </p:nvSpPr>
            <p:spPr>
              <a:xfrm>
                <a:off x="3703107" y="5081688"/>
                <a:ext cx="284404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l-PL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pl-PL" sz="24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d>
                        <m:d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sSub>
                        <m:sSub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lit/>
                            </m:rPr>
                            <a:rPr lang="pl-PL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F7D450A-60BB-F25C-A601-527789398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107" y="5081688"/>
                <a:ext cx="2844049" cy="738664"/>
              </a:xfrm>
              <a:prstGeom prst="rect">
                <a:avLst/>
              </a:prstGeom>
              <a:blipFill>
                <a:blip r:embed="rId11"/>
                <a:stretch>
                  <a:fillRect l="-2141" t="-826" r="-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99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1FEF54-B8ED-F17A-2367-78B638BDF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30" y="297277"/>
            <a:ext cx="1620818" cy="1569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5CCBEB-3BC5-C361-88D0-967974606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648" y="297277"/>
            <a:ext cx="1620818" cy="15699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746F9-350C-774E-E683-5A5223179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466" y="297277"/>
            <a:ext cx="1620818" cy="15699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F82D91-A9BB-861C-E26C-BE69F693042C}"/>
              </a:ext>
            </a:extLst>
          </p:cNvPr>
          <p:cNvSpPr/>
          <p:nvPr/>
        </p:nvSpPr>
        <p:spPr>
          <a:xfrm>
            <a:off x="6809648" y="297277"/>
            <a:ext cx="1617175" cy="1569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2E363B-85C9-6549-2DCF-05F10CD28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012" y="297277"/>
            <a:ext cx="1620818" cy="15699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07E905-B3BE-4C9C-2895-DB4C20505F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641" y="297277"/>
            <a:ext cx="1620816" cy="156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5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5B2232-4932-04F1-E6B4-FC1DBBDB3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198" y="325116"/>
            <a:ext cx="1716751" cy="1828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534923-6940-303A-9743-4C04EEA69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948" y="325115"/>
            <a:ext cx="1716750" cy="1828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FC871-BA9A-8698-5C6F-A91715028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29" y="328706"/>
            <a:ext cx="1713380" cy="1824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8B8A1E-8FBE-6BA3-B31D-6909B3DC7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08" y="328706"/>
            <a:ext cx="1713380" cy="182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8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40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오윤</dc:creator>
  <cp:lastModifiedBy>오윤</cp:lastModifiedBy>
  <cp:revision>10</cp:revision>
  <cp:lastPrinted>2026-04-21T15:02:00Z</cp:lastPrinted>
  <dcterms:created xsi:type="dcterms:W3CDTF">2026-04-16T13:26:55Z</dcterms:created>
  <dcterms:modified xsi:type="dcterms:W3CDTF">2026-06-08T14:28:06Z</dcterms:modified>
</cp:coreProperties>
</file>